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Toxicological Aspects of Plutonium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Comprehensive Seminar on Its Properties, Exposure, and Health Impacts</a:t>
            </a:r>
          </a:p>
          <a:p/>
          <a:p>
            <a:r>
              <a:t>Presented by: [Your Name]</a:t>
            </a:r>
          </a:p>
          <a:p>
            <a:r>
              <a:t>Course: Toxicology</a:t>
            </a:r>
          </a:p>
          <a:p>
            <a:r>
              <a:t>Date: [Your 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Plutonium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Plutonium (Pu) is a radioactive heavy metal discovered in 1940 by Glenn Seaborg and his team.</a:t>
            </a:r>
          </a:p>
          <a:p>
            <a:r>
              <a:t>• Mainly used in nuclear energy and weapon production.</a:t>
            </a:r>
          </a:p>
          <a:p>
            <a:r>
              <a:t>• Highly toxic due to its radiological and chemical properties.</a:t>
            </a:r>
          </a:p>
          <a:p>
            <a:r>
              <a:t>• Exists in different isotopic forms, each with unique properties and applications.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Physical and Chemical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Atomic Number: 94, Symbol: Pu.</a:t>
            </a:r>
          </a:p>
          <a:p>
            <a:r>
              <a:t>• Highly dense metal with six different allotropes.</a:t>
            </a:r>
          </a:p>
          <a:p>
            <a:r>
              <a:t>• Reacts with oxygen, forming plutonium dioxide (PuO₂).</a:t>
            </a:r>
          </a:p>
          <a:p>
            <a:r>
              <a:t>• Soluble in acids but forms stable oxides and hydrides.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Plutonium Isotopes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Pu-239: Half-life of 24,110 years, used in nuclear reactors and weapons.</a:t>
            </a:r>
          </a:p>
          <a:p>
            <a:r>
              <a:t>• Pu-240: Higher spontaneous fission rate, complicates weapon use.</a:t>
            </a:r>
          </a:p>
          <a:p>
            <a:r>
              <a:t>• Pu-238: Shorter half-life, used in space probes for heat generation.</a:t>
            </a:r>
          </a:p>
          <a:p>
            <a:r>
              <a:t>• All isotopes are radioactive, primarily emitting alpha radiation.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Radiological and Chemical Toxicity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**Radiotoxicity:** Alpha radiation can damage DNA, leading to mutations and cancer.</a:t>
            </a:r>
          </a:p>
          <a:p>
            <a:r>
              <a:t>• **Chemical Toxicity:** Heavy metal toxicity similar to lead, affecting liver and bones.</a:t>
            </a:r>
          </a:p>
          <a:p>
            <a:r>
              <a:t>• **Low doses:** Long-term exposure increases cancer risk.</a:t>
            </a:r>
          </a:p>
          <a:p>
            <a:r>
              <a:t>• **High doses:** Can lead to acute radiation syndrome, organ failure, and death.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Mechanisms of Toxicity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**Alpha Particles:** Cannot penetrate skin but are harmful when inhaled or ingested.</a:t>
            </a:r>
          </a:p>
          <a:p>
            <a:r>
              <a:t>• **DNA Damage:** Causes double-strand breaks, leading to mutations and cell death.</a:t>
            </a:r>
          </a:p>
          <a:p>
            <a:r>
              <a:t>• **Oxidative Stress:** Generates free radicals, causing chronic inflammation.</a:t>
            </a:r>
          </a:p>
          <a:p>
            <a:r>
              <a:t>• **Long-Term Effects:** Accumulates in bones and liver, increasing leukemia and organ damage risk.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Routes of Exposure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**Inhalation:** Most dangerous route, particles lodge in lungs and enter bloodstream.</a:t>
            </a:r>
          </a:p>
          <a:p>
            <a:r>
              <a:t>• **Ingestion:** Contaminated food or water can introduce plutonium into the body.</a:t>
            </a:r>
          </a:p>
          <a:p>
            <a:r>
              <a:t>• **Wound Contamination:** Enters through open wounds, leading to localized radiation exposure.</a:t>
            </a:r>
          </a:p>
          <a:p>
            <a:r>
              <a:t>• **Occupational Exposure:** High risk in nuclear facilities, labs, and accident sites.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Biokinetics and Metabolism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**Absorption:** Limited absorption through the gut, but high retention in lungs.</a:t>
            </a:r>
          </a:p>
          <a:p>
            <a:r>
              <a:t>• **Distribution:** Transported in blood, binds to transferrin, accumulates in liver (50%) and bones (40%).</a:t>
            </a:r>
          </a:p>
          <a:p>
            <a:r>
              <a:t>• **Excretion:** Very slow, primarily through urine and feces; only ~10% eliminated over years.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Detection and Measurement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**Alpha Spectrometry:** Identifies plutonium isotopes in biological samples.</a:t>
            </a:r>
          </a:p>
          <a:p>
            <a:r>
              <a:t>• **Mass Spectrometry:** Highly sensitive for environmental monitoring.</a:t>
            </a:r>
          </a:p>
          <a:p>
            <a:r>
              <a:t>• **Lung Counters:** Measures plutonium deposits in workers’ lungs.</a:t>
            </a:r>
          </a:p>
          <a:p>
            <a:r>
              <a:t>• **Limitations:** Detection is difficult due to long retention times and low excretion rates.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Regulatory Standards and Safety Guidelines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**ICRP (International Commission on Radiological Protection):** Annual intake limit ~0.008 µg.</a:t>
            </a:r>
          </a:p>
          <a:p>
            <a:r>
              <a:t>• **EPA &amp; NRC (US Regulatory Bodies):** Strict workplace exposure limits.</a:t>
            </a:r>
          </a:p>
          <a:p>
            <a:r>
              <a:t>• **Preventive Measures:** Proper ventilation, protective gear, contamination monitoring.</a:t>
            </a:r>
          </a:p>
          <a:p>
            <a:r>
              <a:t>• **Emergency Response Protocols:** Immediate decontamination, medical evaluation, area containment.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Studies: Plutonium Incidents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**Windscale Fire (1957, UK):** Reactor fire released plutonium into the environment.</a:t>
            </a:r>
          </a:p>
          <a:p>
            <a:r>
              <a:t>• **Rocky Flats (USA):** Workers exposed due to improper plutonium handling.</a:t>
            </a:r>
          </a:p>
          <a:p>
            <a:r>
              <a:t>• **Chernobyl &amp; Fukushima:** Radioactive contamination with long-term health effects.</a:t>
            </a:r>
          </a:p>
          <a:p>
            <a:r>
              <a:t>• **Lessons Learned:** Stricter regulations, improved nuclear safety protocols, long-term environmental monitoring.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and Decontamination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**Medical Interventions:**</a:t>
            </a:r>
          </a:p>
          <a:p>
            <a:r>
              <a:t>  - Chelation therapy (DTPA) binds plutonium for excretion.</a:t>
            </a:r>
          </a:p>
          <a:p>
            <a:r>
              <a:t>  - Supportive care for radiation damage.</a:t>
            </a:r>
          </a:p>
          <a:p>
            <a:r>
              <a:t>• **Environmental Decontamination:**</a:t>
            </a:r>
          </a:p>
          <a:p>
            <a:r>
              <a:t>  - Removing contaminated soil and waste storage.</a:t>
            </a:r>
          </a:p>
          <a:p>
            <a:r>
              <a:t>  - Advanced remediation techniques to prevent groundwater contamination.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and Future Perspectives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**Summary:** Plutonium is highly toxic, with severe radiological and chemical health risks.</a:t>
            </a:r>
          </a:p>
          <a:p>
            <a:r>
              <a:t>• **Challenges:** Long-term contamination, difficulty in decontamination.</a:t>
            </a:r>
          </a:p>
          <a:p>
            <a:r>
              <a:t>• **Future Research:** Improved detection methods, safer nuclear waste disposal.</a:t>
            </a:r>
          </a:p>
          <a:p>
            <a:r>
              <a:t>• **Final Thought:** Plutonium safety remains a critical concern for environmental and human health.</a:t>
            </a:r>
          </a:p>
          <a:p/>
          <a:p>
            <a:r>
              <a:t>**Q&amp;A Session: Open for discussion!**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